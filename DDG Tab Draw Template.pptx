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797C"/>
    <a:srgbClr val="B2B3B6"/>
    <a:srgbClr val="FCB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>
      <p:cViewPr varScale="1">
        <p:scale>
          <a:sx n="131" d="100"/>
          <a:sy n="131" d="100"/>
        </p:scale>
        <p:origin x="1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92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3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13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318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70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31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2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72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15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07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7E53-A53D-4ECC-BA65-D30C1D17ABAD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F27B-BD97-4BFA-BC54-A75F59924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75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67E53-A53D-4ECC-BA65-D30C1D17ABAD}" type="datetimeFigureOut">
              <a:rPr lang="de-DE" smtClean="0"/>
              <a:t>16.10.24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6F27B-BD97-4BFA-BC54-A75F5992480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462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060848"/>
            <a:ext cx="7772400" cy="1470025"/>
          </a:xfrm>
        </p:spPr>
        <p:txBody>
          <a:bodyPr>
            <a:normAutofit/>
          </a:bodyPr>
          <a:lstStyle/>
          <a:p>
            <a:r>
              <a:rPr lang="de-DE" sz="4800" b="1" dirty="0">
                <a:solidFill>
                  <a:srgbClr val="FCB116"/>
                </a:solidFill>
                <a:latin typeface="Helvetica" pitchFamily="2" charset="0"/>
              </a:rPr>
              <a:t>Masters‘ Cup YYYY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16623"/>
            <a:ext cx="6400800" cy="1752600"/>
          </a:xfrm>
        </p:spPr>
        <p:txBody>
          <a:bodyPr>
            <a:normAutofit/>
          </a:bodyPr>
          <a:lstStyle/>
          <a:p>
            <a:r>
              <a:rPr lang="de-DE" sz="3800" dirty="0">
                <a:solidFill>
                  <a:srgbClr val="FCB116"/>
                </a:solidFill>
                <a:latin typeface="Helvetica" pitchFamily="2" charset="0"/>
              </a:rPr>
              <a:t>Runde X</a:t>
            </a:r>
          </a:p>
        </p:txBody>
      </p:sp>
      <p:pic>
        <p:nvPicPr>
          <p:cNvPr id="4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46" y="458416"/>
            <a:ext cx="4536702" cy="66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44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11"/>
          <p:cNvSpPr>
            <a:spLocks noChangeArrowheads="1"/>
          </p:cNvSpPr>
          <p:nvPr/>
        </p:nvSpPr>
        <p:spPr bwMode="auto">
          <a:xfrm>
            <a:off x="0" y="1519238"/>
            <a:ext cx="971550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8" name="12"/>
          <p:cNvSpPr>
            <a:spLocks noChangeArrowheads="1"/>
          </p:cNvSpPr>
          <p:nvPr/>
        </p:nvSpPr>
        <p:spPr bwMode="auto">
          <a:xfrm>
            <a:off x="971550" y="1519238"/>
            <a:ext cx="1563688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7" name="13"/>
          <p:cNvSpPr>
            <a:spLocks noChangeArrowheads="1"/>
          </p:cNvSpPr>
          <p:nvPr/>
        </p:nvSpPr>
        <p:spPr bwMode="auto">
          <a:xfrm>
            <a:off x="2535238" y="1519238"/>
            <a:ext cx="1652587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6" name="14"/>
          <p:cNvSpPr>
            <a:spLocks noChangeArrowheads="1"/>
          </p:cNvSpPr>
          <p:nvPr/>
        </p:nvSpPr>
        <p:spPr bwMode="auto">
          <a:xfrm>
            <a:off x="4187825" y="1519238"/>
            <a:ext cx="1651000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5" name="15"/>
          <p:cNvSpPr>
            <a:spLocks noChangeArrowheads="1"/>
          </p:cNvSpPr>
          <p:nvPr/>
        </p:nvSpPr>
        <p:spPr bwMode="auto">
          <a:xfrm>
            <a:off x="5838825" y="1519238"/>
            <a:ext cx="1652588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4" name="16"/>
          <p:cNvSpPr>
            <a:spLocks noChangeArrowheads="1"/>
          </p:cNvSpPr>
          <p:nvPr/>
        </p:nvSpPr>
        <p:spPr bwMode="auto">
          <a:xfrm>
            <a:off x="7491413" y="1519238"/>
            <a:ext cx="1652587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25" name="21"/>
          <p:cNvSpPr>
            <a:spLocks noChangeArrowheads="1"/>
          </p:cNvSpPr>
          <p:nvPr/>
        </p:nvSpPr>
        <p:spPr bwMode="auto">
          <a:xfrm>
            <a:off x="0" y="2857500"/>
            <a:ext cx="97155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24" name="22"/>
          <p:cNvSpPr>
            <a:spLocks noChangeArrowheads="1"/>
          </p:cNvSpPr>
          <p:nvPr/>
        </p:nvSpPr>
        <p:spPr bwMode="auto">
          <a:xfrm>
            <a:off x="971550" y="2857500"/>
            <a:ext cx="15636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23" name="23"/>
          <p:cNvSpPr>
            <a:spLocks noChangeArrowheads="1"/>
          </p:cNvSpPr>
          <p:nvPr/>
        </p:nvSpPr>
        <p:spPr bwMode="auto">
          <a:xfrm>
            <a:off x="2535238" y="2857500"/>
            <a:ext cx="165258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22" name="24"/>
          <p:cNvSpPr>
            <a:spLocks noChangeArrowheads="1"/>
          </p:cNvSpPr>
          <p:nvPr/>
        </p:nvSpPr>
        <p:spPr bwMode="auto">
          <a:xfrm>
            <a:off x="4187825" y="2857500"/>
            <a:ext cx="16510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21" name="25"/>
          <p:cNvSpPr>
            <a:spLocks noChangeArrowheads="1"/>
          </p:cNvSpPr>
          <p:nvPr/>
        </p:nvSpPr>
        <p:spPr bwMode="auto">
          <a:xfrm>
            <a:off x="5838825" y="2857500"/>
            <a:ext cx="16525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20" name="26"/>
          <p:cNvSpPr>
            <a:spLocks noChangeArrowheads="1"/>
          </p:cNvSpPr>
          <p:nvPr/>
        </p:nvSpPr>
        <p:spPr bwMode="auto">
          <a:xfrm>
            <a:off x="7491413" y="2857500"/>
            <a:ext cx="165258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3" name="31"/>
          <p:cNvSpPr>
            <a:spLocks noChangeArrowheads="1"/>
          </p:cNvSpPr>
          <p:nvPr/>
        </p:nvSpPr>
        <p:spPr bwMode="auto">
          <a:xfrm>
            <a:off x="0" y="4197350"/>
            <a:ext cx="97155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2" name="32"/>
          <p:cNvSpPr>
            <a:spLocks noChangeArrowheads="1"/>
          </p:cNvSpPr>
          <p:nvPr/>
        </p:nvSpPr>
        <p:spPr bwMode="auto">
          <a:xfrm>
            <a:off x="971550" y="4197350"/>
            <a:ext cx="15636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1" name="33"/>
          <p:cNvSpPr>
            <a:spLocks noChangeArrowheads="1"/>
          </p:cNvSpPr>
          <p:nvPr/>
        </p:nvSpPr>
        <p:spPr bwMode="auto">
          <a:xfrm>
            <a:off x="2535238" y="4197350"/>
            <a:ext cx="165258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10" name="34"/>
          <p:cNvSpPr>
            <a:spLocks noChangeArrowheads="1"/>
          </p:cNvSpPr>
          <p:nvPr/>
        </p:nvSpPr>
        <p:spPr bwMode="auto">
          <a:xfrm>
            <a:off x="4187825" y="4197350"/>
            <a:ext cx="16510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09" name="35"/>
          <p:cNvSpPr>
            <a:spLocks noChangeArrowheads="1"/>
          </p:cNvSpPr>
          <p:nvPr/>
        </p:nvSpPr>
        <p:spPr bwMode="auto">
          <a:xfrm>
            <a:off x="5838825" y="4197350"/>
            <a:ext cx="16525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08" name="36"/>
          <p:cNvSpPr>
            <a:spLocks noChangeArrowheads="1"/>
          </p:cNvSpPr>
          <p:nvPr/>
        </p:nvSpPr>
        <p:spPr bwMode="auto">
          <a:xfrm>
            <a:off x="7491413" y="4197350"/>
            <a:ext cx="165258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07" name="41"/>
          <p:cNvSpPr>
            <a:spLocks noChangeArrowheads="1"/>
          </p:cNvSpPr>
          <p:nvPr/>
        </p:nvSpPr>
        <p:spPr bwMode="auto">
          <a:xfrm>
            <a:off x="0" y="5537200"/>
            <a:ext cx="97155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06" name="42"/>
          <p:cNvSpPr>
            <a:spLocks noChangeArrowheads="1"/>
          </p:cNvSpPr>
          <p:nvPr/>
        </p:nvSpPr>
        <p:spPr bwMode="auto">
          <a:xfrm>
            <a:off x="971550" y="5537200"/>
            <a:ext cx="15636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05" name="43"/>
          <p:cNvSpPr>
            <a:spLocks noChangeArrowheads="1"/>
          </p:cNvSpPr>
          <p:nvPr/>
        </p:nvSpPr>
        <p:spPr bwMode="auto">
          <a:xfrm>
            <a:off x="2535238" y="5537200"/>
            <a:ext cx="165258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04" name="44"/>
          <p:cNvSpPr>
            <a:spLocks noChangeArrowheads="1"/>
          </p:cNvSpPr>
          <p:nvPr/>
        </p:nvSpPr>
        <p:spPr bwMode="auto">
          <a:xfrm>
            <a:off x="4187825" y="5537200"/>
            <a:ext cx="16510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03" name="45"/>
          <p:cNvSpPr>
            <a:spLocks noChangeArrowheads="1"/>
          </p:cNvSpPr>
          <p:nvPr/>
        </p:nvSpPr>
        <p:spPr bwMode="auto">
          <a:xfrm>
            <a:off x="5838825" y="5537200"/>
            <a:ext cx="16525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sp>
        <p:nvSpPr>
          <p:cNvPr id="102" name="46"/>
          <p:cNvSpPr>
            <a:spLocks noChangeArrowheads="1"/>
          </p:cNvSpPr>
          <p:nvPr/>
        </p:nvSpPr>
        <p:spPr bwMode="auto">
          <a:xfrm>
            <a:off x="7491413" y="5537200"/>
            <a:ext cx="165258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rIns="108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20000"/>
              </a:spcBef>
            </a:pPr>
            <a:endParaRPr lang="de-DE" altLang="de-DE" sz="1600" dirty="0">
              <a:solidFill>
                <a:schemeClr val="bg1"/>
              </a:solidFill>
              <a:latin typeface="Helvetica" pitchFamily="2" charset="0"/>
              <a:ea typeface="Gotham Book" pitchFamily="50" charset="0"/>
              <a:cs typeface="Arial" panose="020B0604020202020204" pitchFamily="34" charset="0"/>
            </a:endParaRPr>
          </a:p>
        </p:txBody>
      </p:sp>
      <p:grpSp>
        <p:nvGrpSpPr>
          <p:cNvPr id="2" name="VLines"/>
          <p:cNvGrpSpPr/>
          <p:nvPr/>
        </p:nvGrpSpPr>
        <p:grpSpPr>
          <a:xfrm>
            <a:off x="971550" y="1052513"/>
            <a:ext cx="6519863" cy="5976462"/>
            <a:chOff x="971550" y="1052513"/>
            <a:chExt cx="6519863" cy="5976462"/>
          </a:xfrm>
        </p:grpSpPr>
        <p:sp>
          <p:nvSpPr>
            <p:cNvPr id="138" name="VLine1"/>
            <p:cNvSpPr>
              <a:spLocks noChangeShapeType="1"/>
            </p:cNvSpPr>
            <p:nvPr/>
          </p:nvSpPr>
          <p:spPr bwMode="auto">
            <a:xfrm>
              <a:off x="971550" y="1052513"/>
              <a:ext cx="0" cy="5832000"/>
            </a:xfrm>
            <a:prstGeom prst="line">
              <a:avLst/>
            </a:prstGeom>
            <a:noFill/>
            <a:ln w="19050" cap="rnd" cmpd="sng">
              <a:solidFill>
                <a:srgbClr val="78797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VLine2"/>
            <p:cNvSpPr>
              <a:spLocks noChangeShapeType="1"/>
            </p:cNvSpPr>
            <p:nvPr/>
          </p:nvSpPr>
          <p:spPr bwMode="auto">
            <a:xfrm>
              <a:off x="2535238" y="1052513"/>
              <a:ext cx="0" cy="5832000"/>
            </a:xfrm>
            <a:prstGeom prst="line">
              <a:avLst/>
            </a:prstGeom>
            <a:noFill/>
            <a:ln w="19050" cap="rnd" cmpd="sng">
              <a:solidFill>
                <a:srgbClr val="78797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VLine3"/>
            <p:cNvSpPr>
              <a:spLocks noChangeShapeType="1"/>
            </p:cNvSpPr>
            <p:nvPr/>
          </p:nvSpPr>
          <p:spPr bwMode="auto">
            <a:xfrm>
              <a:off x="4187825" y="1052513"/>
              <a:ext cx="0" cy="5832000"/>
            </a:xfrm>
            <a:prstGeom prst="line">
              <a:avLst/>
            </a:prstGeom>
            <a:noFill/>
            <a:ln w="19050" cap="rnd" cmpd="sng">
              <a:solidFill>
                <a:srgbClr val="78797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VLine4"/>
            <p:cNvSpPr>
              <a:spLocks noChangeShapeType="1"/>
            </p:cNvSpPr>
            <p:nvPr/>
          </p:nvSpPr>
          <p:spPr bwMode="auto">
            <a:xfrm>
              <a:off x="5838825" y="1052513"/>
              <a:ext cx="0" cy="5832000"/>
            </a:xfrm>
            <a:prstGeom prst="line">
              <a:avLst/>
            </a:prstGeom>
            <a:noFill/>
            <a:ln w="19050" cap="rnd" cmpd="sng">
              <a:solidFill>
                <a:srgbClr val="78797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VLine5"/>
            <p:cNvSpPr>
              <a:spLocks noChangeShapeType="1"/>
            </p:cNvSpPr>
            <p:nvPr/>
          </p:nvSpPr>
          <p:spPr bwMode="auto">
            <a:xfrm>
              <a:off x="7491413" y="1196975"/>
              <a:ext cx="0" cy="5832000"/>
            </a:xfrm>
            <a:prstGeom prst="line">
              <a:avLst/>
            </a:prstGeom>
            <a:noFill/>
            <a:ln w="19050" cap="rnd" cmpd="sng">
              <a:solidFill>
                <a:srgbClr val="78797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de-DE">
                <a:latin typeface="Rockwell" pitchFamily="18" charset="0"/>
              </a:endParaRPr>
            </a:p>
          </p:txBody>
        </p:sp>
      </p:grpSp>
      <p:sp>
        <p:nvSpPr>
          <p:cNvPr id="143" name="HLine0"/>
          <p:cNvSpPr>
            <a:spLocks noChangeShapeType="1"/>
          </p:cNvSpPr>
          <p:nvPr/>
        </p:nvSpPr>
        <p:spPr bwMode="auto">
          <a:xfrm>
            <a:off x="107950" y="1519238"/>
            <a:ext cx="9144000" cy="0"/>
          </a:xfrm>
          <a:prstGeom prst="line">
            <a:avLst/>
          </a:prstGeom>
          <a:noFill/>
          <a:ln w="19050">
            <a:solidFill>
              <a:srgbClr val="78797C"/>
            </a:solidFill>
            <a:prstDash val="dash"/>
            <a:round/>
            <a:headEnd/>
            <a:tailEnd/>
          </a:ln>
          <a:effectLst/>
        </p:spPr>
        <p:txBody>
          <a:bodyPr lIns="108000" rIns="108000"/>
          <a:lstStyle/>
          <a:p>
            <a:pPr eaLnBrk="1" hangingPunct="1">
              <a:lnSpc>
                <a:spcPct val="130000"/>
              </a:lnSpc>
              <a:defRPr/>
            </a:pPr>
            <a:endParaRPr lang="de-DE" sz="160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44" name="HLine1"/>
          <p:cNvSpPr>
            <a:spLocks noChangeShapeType="1"/>
          </p:cNvSpPr>
          <p:nvPr/>
        </p:nvSpPr>
        <p:spPr bwMode="auto">
          <a:xfrm>
            <a:off x="107950" y="2857500"/>
            <a:ext cx="9144000" cy="0"/>
          </a:xfrm>
          <a:prstGeom prst="line">
            <a:avLst/>
          </a:prstGeom>
          <a:noFill/>
          <a:ln w="19050">
            <a:solidFill>
              <a:srgbClr val="78797C"/>
            </a:solidFill>
            <a:prstDash val="dash"/>
            <a:round/>
            <a:headEnd/>
            <a:tailEnd/>
          </a:ln>
          <a:effectLst/>
        </p:spPr>
        <p:txBody>
          <a:bodyPr lIns="108000" rIns="108000"/>
          <a:lstStyle/>
          <a:p>
            <a:pPr eaLnBrk="1" hangingPunct="1">
              <a:lnSpc>
                <a:spcPct val="130000"/>
              </a:lnSpc>
              <a:defRPr/>
            </a:pPr>
            <a:endParaRPr lang="de-DE" sz="160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45" name="HLine2"/>
          <p:cNvSpPr>
            <a:spLocks noChangeShapeType="1"/>
          </p:cNvSpPr>
          <p:nvPr/>
        </p:nvSpPr>
        <p:spPr bwMode="auto">
          <a:xfrm>
            <a:off x="107950" y="4197350"/>
            <a:ext cx="9144000" cy="0"/>
          </a:xfrm>
          <a:prstGeom prst="line">
            <a:avLst/>
          </a:prstGeom>
          <a:noFill/>
          <a:ln w="19050">
            <a:solidFill>
              <a:srgbClr val="78797C"/>
            </a:solidFill>
            <a:prstDash val="dash"/>
            <a:round/>
            <a:headEnd/>
            <a:tailEnd/>
          </a:ln>
          <a:effectLst/>
        </p:spPr>
        <p:txBody>
          <a:bodyPr lIns="108000" rIns="108000"/>
          <a:lstStyle/>
          <a:p>
            <a:pPr eaLnBrk="1" hangingPunct="1">
              <a:lnSpc>
                <a:spcPct val="130000"/>
              </a:lnSpc>
              <a:defRPr/>
            </a:pPr>
            <a:endParaRPr lang="de-DE" sz="160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46" name="HLine3"/>
          <p:cNvSpPr>
            <a:spLocks noChangeShapeType="1"/>
          </p:cNvSpPr>
          <p:nvPr/>
        </p:nvSpPr>
        <p:spPr bwMode="auto">
          <a:xfrm>
            <a:off x="107950" y="5537200"/>
            <a:ext cx="9144000" cy="0"/>
          </a:xfrm>
          <a:prstGeom prst="line">
            <a:avLst/>
          </a:prstGeom>
          <a:noFill/>
          <a:ln w="19050">
            <a:solidFill>
              <a:srgbClr val="78797C"/>
            </a:solidFill>
            <a:prstDash val="dash"/>
            <a:round/>
            <a:headEnd/>
            <a:tailEnd/>
          </a:ln>
          <a:effectLst/>
        </p:spPr>
        <p:txBody>
          <a:bodyPr lIns="108000" rIns="108000"/>
          <a:lstStyle/>
          <a:p>
            <a:pPr eaLnBrk="1" hangingPunct="1">
              <a:lnSpc>
                <a:spcPct val="130000"/>
              </a:lnSpc>
              <a:defRPr/>
            </a:pPr>
            <a:endParaRPr lang="de-DE" sz="1600">
              <a:latin typeface="Helvetica" pitchFamily="2" charset="0"/>
              <a:cs typeface="Arial" panose="020B0604020202020204" pitchFamily="34" charset="0"/>
            </a:endParaRPr>
          </a:p>
        </p:txBody>
      </p:sp>
      <p:grpSp>
        <p:nvGrpSpPr>
          <p:cNvPr id="159" name="ER"/>
          <p:cNvGrpSpPr/>
          <p:nvPr/>
        </p:nvGrpSpPr>
        <p:grpSpPr>
          <a:xfrm>
            <a:off x="1537370" y="836712"/>
            <a:ext cx="432048" cy="432048"/>
            <a:chOff x="1537370" y="1004101"/>
            <a:chExt cx="432048" cy="432048"/>
          </a:xfrm>
        </p:grpSpPr>
        <p:sp>
          <p:nvSpPr>
            <p:cNvPr id="8" name="Rectangle 7"/>
            <p:cNvSpPr/>
            <p:nvPr/>
          </p:nvSpPr>
          <p:spPr>
            <a:xfrm>
              <a:off x="1537370" y="1004101"/>
              <a:ext cx="432048" cy="432048"/>
            </a:xfrm>
            <a:prstGeom prst="rect">
              <a:avLst/>
            </a:prstGeom>
            <a:noFill/>
            <a:ln w="9525">
              <a:solidFill>
                <a:srgbClr val="FCB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8" name="Straight Connector 147"/>
            <p:cNvCxnSpPr>
              <a:endCxn id="8" idx="2"/>
            </p:cNvCxnSpPr>
            <p:nvPr/>
          </p:nvCxnSpPr>
          <p:spPr>
            <a:xfrm>
              <a:off x="1753394" y="1004101"/>
              <a:ext cx="0" cy="432048"/>
            </a:xfrm>
            <a:prstGeom prst="line">
              <a:avLst/>
            </a:prstGeom>
            <a:ln w="9525">
              <a:solidFill>
                <a:srgbClr val="FCB1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>
              <a:endCxn id="8" idx="3"/>
            </p:cNvCxnSpPr>
            <p:nvPr/>
          </p:nvCxnSpPr>
          <p:spPr>
            <a:xfrm>
              <a:off x="1541562" y="1220125"/>
              <a:ext cx="427856" cy="0"/>
            </a:xfrm>
            <a:prstGeom prst="line">
              <a:avLst/>
            </a:prstGeom>
            <a:ln w="9525">
              <a:solidFill>
                <a:srgbClr val="FCB1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Rectangle 153"/>
            <p:cNvSpPr/>
            <p:nvPr/>
          </p:nvSpPr>
          <p:spPr>
            <a:xfrm>
              <a:off x="1544587" y="1004125"/>
              <a:ext cx="216000" cy="216000"/>
            </a:xfrm>
            <a:prstGeom prst="rect">
              <a:avLst/>
            </a:prstGeom>
            <a:solidFill>
              <a:srgbClr val="FCB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0" name="EO"/>
          <p:cNvGrpSpPr/>
          <p:nvPr/>
        </p:nvGrpSpPr>
        <p:grpSpPr>
          <a:xfrm>
            <a:off x="3188369" y="836712"/>
            <a:ext cx="432048" cy="432048"/>
            <a:chOff x="3188369" y="1004101"/>
            <a:chExt cx="432048" cy="432048"/>
          </a:xfrm>
        </p:grpSpPr>
        <p:cxnSp>
          <p:nvCxnSpPr>
            <p:cNvPr id="157" name="Straight Connector 156"/>
            <p:cNvCxnSpPr>
              <a:endCxn id="155" idx="3"/>
            </p:cNvCxnSpPr>
            <p:nvPr/>
          </p:nvCxnSpPr>
          <p:spPr>
            <a:xfrm>
              <a:off x="3192561" y="1220125"/>
              <a:ext cx="427856" cy="0"/>
            </a:xfrm>
            <a:prstGeom prst="line">
              <a:avLst/>
            </a:prstGeom>
            <a:ln w="9525">
              <a:solidFill>
                <a:srgbClr val="FCB1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Rectangle 154"/>
            <p:cNvSpPr/>
            <p:nvPr/>
          </p:nvSpPr>
          <p:spPr>
            <a:xfrm>
              <a:off x="3188369" y="1004101"/>
              <a:ext cx="432048" cy="432048"/>
            </a:xfrm>
            <a:prstGeom prst="rect">
              <a:avLst/>
            </a:prstGeom>
            <a:noFill/>
            <a:ln w="9525">
              <a:solidFill>
                <a:srgbClr val="FCB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6" name="Straight Connector 155"/>
            <p:cNvCxnSpPr>
              <a:endCxn id="155" idx="2"/>
            </p:cNvCxnSpPr>
            <p:nvPr/>
          </p:nvCxnSpPr>
          <p:spPr>
            <a:xfrm>
              <a:off x="3404393" y="1004101"/>
              <a:ext cx="0" cy="432048"/>
            </a:xfrm>
            <a:prstGeom prst="line">
              <a:avLst/>
            </a:prstGeom>
            <a:ln w="9525">
              <a:solidFill>
                <a:srgbClr val="FCB1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ectangle 157"/>
            <p:cNvSpPr/>
            <p:nvPr/>
          </p:nvSpPr>
          <p:spPr>
            <a:xfrm>
              <a:off x="3401914" y="1004125"/>
              <a:ext cx="216000" cy="216000"/>
            </a:xfrm>
            <a:prstGeom prst="rect">
              <a:avLst/>
            </a:prstGeom>
            <a:solidFill>
              <a:srgbClr val="FCB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8" name="SR"/>
          <p:cNvGrpSpPr/>
          <p:nvPr/>
        </p:nvGrpSpPr>
        <p:grpSpPr>
          <a:xfrm>
            <a:off x="4843365" y="836712"/>
            <a:ext cx="433028" cy="432048"/>
            <a:chOff x="3187389" y="1004101"/>
            <a:chExt cx="433028" cy="432048"/>
          </a:xfrm>
        </p:grpSpPr>
        <p:cxnSp>
          <p:nvCxnSpPr>
            <p:cNvPr id="59" name="Straight Connector 58"/>
            <p:cNvCxnSpPr>
              <a:endCxn id="60" idx="3"/>
            </p:cNvCxnSpPr>
            <p:nvPr/>
          </p:nvCxnSpPr>
          <p:spPr>
            <a:xfrm>
              <a:off x="3192561" y="1220125"/>
              <a:ext cx="427856" cy="0"/>
            </a:xfrm>
            <a:prstGeom prst="line">
              <a:avLst/>
            </a:prstGeom>
            <a:ln w="9525">
              <a:solidFill>
                <a:srgbClr val="FCB1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3188369" y="1004101"/>
              <a:ext cx="432048" cy="432048"/>
            </a:xfrm>
            <a:prstGeom prst="rect">
              <a:avLst/>
            </a:prstGeom>
            <a:noFill/>
            <a:ln w="9525">
              <a:solidFill>
                <a:srgbClr val="FCB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Straight Connector 60"/>
            <p:cNvCxnSpPr>
              <a:endCxn id="60" idx="2"/>
            </p:cNvCxnSpPr>
            <p:nvPr/>
          </p:nvCxnSpPr>
          <p:spPr>
            <a:xfrm>
              <a:off x="3404393" y="1004101"/>
              <a:ext cx="0" cy="432048"/>
            </a:xfrm>
            <a:prstGeom prst="line">
              <a:avLst/>
            </a:prstGeom>
            <a:ln w="9525">
              <a:solidFill>
                <a:srgbClr val="FCB1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3187389" y="1217545"/>
              <a:ext cx="216000" cy="216000"/>
            </a:xfrm>
            <a:prstGeom prst="rect">
              <a:avLst/>
            </a:prstGeom>
            <a:solidFill>
              <a:srgbClr val="FCB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" name="SO"/>
          <p:cNvGrpSpPr/>
          <p:nvPr/>
        </p:nvGrpSpPr>
        <p:grpSpPr>
          <a:xfrm>
            <a:off x="6495134" y="836712"/>
            <a:ext cx="432048" cy="432048"/>
            <a:chOff x="3188369" y="1004101"/>
            <a:chExt cx="432048" cy="432048"/>
          </a:xfrm>
        </p:grpSpPr>
        <p:cxnSp>
          <p:nvCxnSpPr>
            <p:cNvPr id="64" name="Straight Connector 63"/>
            <p:cNvCxnSpPr>
              <a:endCxn id="65" idx="3"/>
            </p:cNvCxnSpPr>
            <p:nvPr/>
          </p:nvCxnSpPr>
          <p:spPr>
            <a:xfrm>
              <a:off x="3192561" y="1220125"/>
              <a:ext cx="427856" cy="0"/>
            </a:xfrm>
            <a:prstGeom prst="line">
              <a:avLst/>
            </a:prstGeom>
            <a:ln w="9525">
              <a:solidFill>
                <a:srgbClr val="FCB1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/>
            <p:cNvSpPr/>
            <p:nvPr/>
          </p:nvSpPr>
          <p:spPr>
            <a:xfrm>
              <a:off x="3188369" y="1004101"/>
              <a:ext cx="432048" cy="432048"/>
            </a:xfrm>
            <a:prstGeom prst="rect">
              <a:avLst/>
            </a:prstGeom>
            <a:noFill/>
            <a:ln w="9525">
              <a:solidFill>
                <a:srgbClr val="FCB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6" name="Straight Connector 65"/>
            <p:cNvCxnSpPr>
              <a:endCxn id="65" idx="2"/>
            </p:cNvCxnSpPr>
            <p:nvPr/>
          </p:nvCxnSpPr>
          <p:spPr>
            <a:xfrm>
              <a:off x="3404393" y="1004101"/>
              <a:ext cx="0" cy="432048"/>
            </a:xfrm>
            <a:prstGeom prst="line">
              <a:avLst/>
            </a:prstGeom>
            <a:ln w="9525">
              <a:solidFill>
                <a:srgbClr val="FCB1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/>
            <p:cNvSpPr/>
            <p:nvPr/>
          </p:nvSpPr>
          <p:spPr>
            <a:xfrm>
              <a:off x="3401914" y="1217545"/>
              <a:ext cx="216000" cy="216000"/>
            </a:xfrm>
            <a:prstGeom prst="rect">
              <a:avLst/>
            </a:prstGeom>
            <a:solidFill>
              <a:srgbClr val="FCB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36BDC16B-2B63-4730-BEC0-595BC7BAC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586" y="260648"/>
            <a:ext cx="524301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1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motion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de-DE" sz="4000" i="1" dirty="0">
                <a:solidFill>
                  <a:srgbClr val="FCB116"/>
                </a:solidFill>
                <a:latin typeface="Helvetica" pitchFamily="2" charset="0"/>
              </a:rPr>
              <a:t>Das Thema dieser Runde lautet:</a:t>
            </a:r>
          </a:p>
        </p:txBody>
      </p:sp>
    </p:spTree>
    <p:extLst>
      <p:ext uri="{BB962C8B-B14F-4D97-AF65-F5344CB8AC3E}">
        <p14:creationId xmlns:p14="http://schemas.microsoft.com/office/powerpoint/2010/main" val="249131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tion">
            <a:extLst>
              <a:ext uri="{FF2B5EF4-FFF2-40B4-BE49-F238E27FC236}">
                <a16:creationId xmlns:a16="http://schemas.microsoft.com/office/drawing/2014/main" id="{B3F9148D-70FE-47FD-A05B-AB92CF76565F}"/>
              </a:ext>
            </a:extLst>
          </p:cNvPr>
          <p:cNvSpPr txBox="1"/>
          <p:nvPr/>
        </p:nvSpPr>
        <p:spPr>
          <a:xfrm>
            <a:off x="899592" y="2721114"/>
            <a:ext cx="7344816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dirty="0">
                <a:solidFill>
                  <a:srgbClr val="FCB116"/>
                </a:solidFill>
                <a:latin typeface="Helvetica" pitchFamily="2" charset="0"/>
                <a:ea typeface="+mj-ea"/>
                <a:cs typeface="Arial" pitchFamily="34" charset="0"/>
              </a:rPr>
              <a:t>DHW…</a:t>
            </a:r>
            <a:endParaRPr lang="de-DE" dirty="0"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BE43C2-2145-470A-98B5-A787D4BD7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71" y="6021288"/>
            <a:ext cx="524301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9663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_template _2.potx" id="{5B8A22D3-9AD4-4D17-B530-2577478300E3}" vid="{B8455350-900A-414B-861C-CBF741014C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draw_template_2</Template>
  <TotalTime>7</TotalTime>
  <Words>14</Words>
  <Application>Microsoft Macintosh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Helvetica</vt:lpstr>
      <vt:lpstr>Rockwell</vt:lpstr>
      <vt:lpstr>blank</vt:lpstr>
      <vt:lpstr>Masters‘ Cup YYYY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DDG Tab Draw Template</dc:title>
  <dc:creator>DDG</dc:creator>
  <cp:lastModifiedBy>DDG</cp:lastModifiedBy>
  <cp:revision>17</cp:revision>
  <dcterms:created xsi:type="dcterms:W3CDTF">2018-09-04T09:07:02Z</dcterms:created>
  <dcterms:modified xsi:type="dcterms:W3CDTF">2024-10-16T20:13:54Z</dcterms:modified>
</cp:coreProperties>
</file>